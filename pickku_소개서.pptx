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94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58368" y="2011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Reward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4572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346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캠페인을 만들고</a:t>
            </a:r>
            <a:endParaRPr lang="en-US" sz="1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유저는 미션을 완료하고</a:t>
            </a:r>
            <a:endParaRPr lang="en-US" sz="17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리워드를 받습니다.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2651760"/>
          </a:xfrm>
          <a:prstGeom prst="ellipse">
            <a:avLst/>
          </a:prstGeom>
          <a:solidFill>
            <a:srgbClr val="2563EB">
              <a:alpha val="25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9144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B2B2C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Reward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pickku는 어떤 플랫폼인가요?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67711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다양한 미션으로 캠페인을 만들면,</a:t>
            </a:r>
            <a:endParaRPr lang="en-US" sz="15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유저가 미션을 수행하여 포인트나 암호화폐 리워드를 받는 플랫폼입니다.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48840"/>
            <a:ext cx="2606040" cy="82296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31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기반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280720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목적에 맞는 캠페인을 만들고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미션을 설정합니다.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82112" y="214884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2148840"/>
            <a:ext cx="2606040" cy="822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2331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수행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46704" y="280720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유저가 링크 방문, 퀴즈, SNS 팔로우 등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13가지 미션을 완료합니다.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98464" y="214884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98464" y="2148840"/>
            <a:ext cx="260604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331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추첨 &amp; 리워드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63056" y="280720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종료 후 자동으로 당첨자를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선정하고 리워드를 지급합니다.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돌아가요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987552"/>
            <a:ext cx="1572768" cy="3474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987552"/>
            <a:ext cx="1572768" cy="347472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170432"/>
            <a:ext cx="548640" cy="548640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4B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18745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생성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3774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미션 목록,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리워드, 기간을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설정합니다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27432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84832" y="987552"/>
            <a:ext cx="1572768" cy="3474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987552"/>
            <a:ext cx="1572768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96896" y="1170432"/>
            <a:ext cx="548640" cy="548640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76272" y="18745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승인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76272" y="23774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관리자가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캠페인을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검토·승인합니다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27432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22192" y="987552"/>
            <a:ext cx="1572768" cy="3474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22192" y="987552"/>
            <a:ext cx="157276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170432"/>
            <a:ext cx="548640" cy="548640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13632" y="18745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수행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23774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유저가 미션을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하나씩 완료하고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제출합니다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27432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59552" y="987552"/>
            <a:ext cx="1572768" cy="3474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59552" y="987552"/>
            <a:ext cx="157276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1170432"/>
            <a:ext cx="548640" cy="548640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50992" y="18745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추첨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50992" y="23774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후 서버가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당첨자를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선정합니다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32320" y="27432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96912" y="987552"/>
            <a:ext cx="1572768" cy="34747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96912" y="987552"/>
            <a:ext cx="157276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08976" y="1170432"/>
            <a:ext cx="548640" cy="548640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bg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08976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88352" y="187452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리워드 지급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88352" y="23774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또는 암호화폐가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당첨자 지갑으로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전송됩니다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입장에서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유저가 하는 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48132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있는 캠페인을 탐색합니다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19456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방문, 퀴즈, SNS 참여 등 다양한 미션을 수행합니다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290779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완료한 미션을 제출하고 검증을 기다립니다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48456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362102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미션을 완료하면 추첨 대상이 됩니다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005840"/>
            <a:ext cx="0" cy="3749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유저가 얻는 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0876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53619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&amp; 암호화폐 리워드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01184" y="1856232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당첨 시 POINT, USDT, BRL, METAQ 중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가지 이상의 리워드를 받습니다.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624328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624328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651760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공정한 추첨 시스템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01184" y="297180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과정이 서버 알고리즘으로 투명하게 처리됩니다.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739896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39896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376732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캠페인 참여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01184" y="4087368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기업의 캠페인에 동시에 참여할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입장에서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하는 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20624" cy="420624"/>
          </a:xfrm>
          <a:prstGeom prst="ellipse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48132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목표와 미션을 설정합니다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20624" cy="420624"/>
          </a:xfrm>
          <a:prstGeom prst="ellipse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19456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리워드 금액과 당첨자 수를 결정합니다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20624" cy="420624"/>
          </a:xfrm>
          <a:prstGeom prst="ellipse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290779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제출 내역을 검토·승인합니다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48456"/>
            <a:ext cx="420624" cy="420624"/>
          </a:xfrm>
          <a:prstGeom prst="ellipse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362102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추첨 완료 후 당첨자 데이터를 확인합니다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005840"/>
            <a:ext cx="0" cy="37490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얻는 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0876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536192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마케팅 채널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01184" y="1856232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팔로우, 영상 시청 등 원하는 행동을 유도하는 정밀 캠페인을 운영합니다.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624328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624328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651760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데이터 확보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01184" y="297180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이메일, 국가, 성별, SNS 정보 등 동의 기반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데이터를 엑셀로 내보낼 수 있습니다.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739896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39896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376732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인지도 확대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01184" y="4087368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미션을 통해 유저가 브랜드를 직접 경험하도록 유도합니다.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13가지 미션 종류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목적에 맞게 미션을 조합하여 캠페인을 구성합니다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81912" cy="365760"/>
          </a:xfrm>
          <a:prstGeom prst="roundRect">
            <a:avLst>
              <a:gd name="adj" fmla="val 15000"/>
            </a:avLst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" y="1664208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1A2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664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 방문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" y="2139696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1A2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1396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입력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" y="2615184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1A2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6151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" y="3090672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1A2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0906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조사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2336" y="3566160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1A2F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566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2336" y="4041648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1A2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40416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57400" y="1188720"/>
            <a:ext cx="1581912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1188720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93976" y="1664208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93976" y="16642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동영상 시청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93976" y="2139696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93976" y="21396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구독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93976" y="2615184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93976" y="26151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749040" y="118872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18872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85616" y="1664208"/>
            <a:ext cx="17739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85616" y="166420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참여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85616" y="2139696"/>
            <a:ext cx="177393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2139696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참여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05856" y="11887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05856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42432" y="1664208"/>
            <a:ext cx="13898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5865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166420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참여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78624" y="118872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78624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1664208"/>
            <a:ext cx="16184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66420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팔로우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15200" y="2139696"/>
            <a:ext cx="161848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016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2139696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리워드 종류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1887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포인트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889504"/>
            <a:ext cx="1536192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97180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 내 포인트로 적립됩니다.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랭킹 및 이벤트에 활용되며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기간이 있습니다.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9816" y="1188720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U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0604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테더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2889504"/>
            <a:ext cx="1536192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97180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달러 기반 스테이블코인입니다.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유저의 지갑 주소로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전송됩니다.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48656" y="118872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4865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2148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브라질 헤알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889504"/>
            <a:ext cx="1536192" cy="0"/>
          </a:xfrm>
          <a:prstGeom prst="line">
            <a:avLst/>
          </a:prstGeom>
          <a:noFill/>
          <a:ln w="635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97180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브라질 법정통화 기반 리워드입니다.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지정된 결제 방식으로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12280" y="100584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97496" y="118872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3720" y="21488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METAQ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0372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METAQ 토큰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2889504"/>
            <a:ext cx="1536192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22008" y="297180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기반 토큰입니다.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유저의 블록체인 지갑으로</a:t>
            </a:r>
            <a:endParaRPr lang="en-US" sz="11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전송됩니다.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주체가 만드는 선순환 구조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66160" y="1645920"/>
            <a:ext cx="2011680" cy="2011680"/>
          </a:xfrm>
          <a:prstGeom prst="ellipse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566160" y="16459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pickku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플랫폼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캠페인·미션 설계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리워드 예산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7249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획득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마케팅 효과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데이터·인사이트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1A2F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41732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1993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수행·참여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행동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7249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획득 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포인트·암호화폐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공정한 추첨 기회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80360" y="2176272"/>
            <a:ext cx="71323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80360" y="2423160"/>
            <a:ext cx="713232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2176272"/>
            <a:ext cx="71323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2423160"/>
            <a:ext cx="713232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365760" y="4480560"/>
            <a:ext cx="8412480" cy="475488"/>
          </a:xfrm>
          <a:prstGeom prst="roundRect">
            <a:avLst>
              <a:gd name="adj" fmla="val 15385"/>
            </a:avLst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마케팅 목표  +  유저의 리워드 욕구  =  pickku가 연결합니다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76656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Reward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1148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0604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786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기업은 원하는 행동을 미션으로 설계합니다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272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유저는 미션을 수행하고 실질적인 보상을 받습니다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75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pickku는 이 두 가지를 자동화된 플랫폼으로 연결합니다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466</Words>
  <Application>Microsoft Office PowerPoint</Application>
  <PresentationFormat>화면 슬라이드 쇼(16:9)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pickku 프로젝트 소개</dc:title>
  <dc:subject>PptxGenJS Presentation</dc:subject>
  <dc:creator>PptxGenJS</dc:creator>
  <cp:lastModifiedBy>Code7</cp:lastModifiedBy>
  <cp:revision>3</cp:revision>
  <dcterms:created xsi:type="dcterms:W3CDTF">2026-05-20T05:05:16Z</dcterms:created>
  <dcterms:modified xsi:type="dcterms:W3CDTF">2026-05-20T06:58:19Z</dcterms:modified>
</cp:coreProperties>
</file>