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61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FD7CEF-B2C5-41FA-A44D-AC055028A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51EEA2-02FE-47D2-B824-E6A0FD9CB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436933-20AD-44B3-8AC2-9C1AF812D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90A8-5674-49E1-8090-EA75E41A3413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9669C7-FC35-411D-B72D-8C14A9799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CF8855-ECB0-466C-A054-65E006BDF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7593-9454-4F07-9169-812E2317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435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80B6D-CB03-4611-8D48-ACD608A22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93B3AF-01D1-4CC2-8BD3-41CFA58C6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D56A35-0BD2-430A-BBC0-1680FAD27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90A8-5674-49E1-8090-EA75E41A3413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F400C7-FC55-4A85-BDA6-366BE67B0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D62A91-241C-4CC5-A0AE-189078A1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7593-9454-4F07-9169-812E2317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725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E84D84-4090-4782-B944-C0A9A6B33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2F44FF-0393-4CBF-B9ED-3712E5EAA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288C55-DE9D-467D-A9BC-91649E9A5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90A8-5674-49E1-8090-EA75E41A3413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4CD02C-8CE8-4277-890A-F7B29C188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31E261-C726-4395-BB7C-982918A40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7593-9454-4F07-9169-812E2317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159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721E08-EE0D-412F-BC87-2D3D16DA5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B83945-C987-4B21-800F-DF69D5338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DE0FC7-0A4E-4254-8FA0-CDEF962DF0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216180-CE17-4100-BB12-4E86E2BF2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90A8-5674-49E1-8090-EA75E41A3413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3661EE-00CE-4B34-9447-56765E57D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680969-18EC-4D8A-956E-A1978F531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7593-9454-4F07-9169-812E2317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761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366175-74B2-48DD-94D7-8AB063533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73FF16-415A-49F7-861C-4E5273518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03B083-0BD0-40B4-B75A-09B3398A6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7B66DF-1CD3-440D-A1B3-1BEC799067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85F478-5C9D-48DE-9266-955F21CC76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8F407A1-6EC4-4C58-98F1-2C2B9AE46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90A8-5674-49E1-8090-EA75E41A3413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A88678-6223-47AB-A15A-53D684B77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100B3BF-3495-431E-9CF5-8B5F75579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7593-9454-4F07-9169-812E2317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67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301FEC-DDBA-4D96-8AFF-F8706E4F2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423AB4-569F-4699-8C41-6FC44712C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90A8-5674-49E1-8090-EA75E41A3413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7473A6B-01F9-4759-AEAE-EE069DD06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461E8C-7D7C-42A4-824C-DCEC83BB7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7593-9454-4F07-9169-812E2317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3279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674754C-F1F2-42B7-ABF4-723CC3A14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90A8-5674-49E1-8090-EA75E41A3413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7A901E9-CFB2-4B8C-B6AC-22A471B2E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1602BE-54C2-442B-96DF-A7A67978A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7593-9454-4F07-9169-812E2317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586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EB832B-F283-46FE-B8A8-C394CF7E3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2BC5D4-8E64-45D8-A2C5-89BBCDD30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2DD079A-A464-49AB-BC84-4C311422D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FB283A-89FF-4146-8BB0-E6C76D984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90A8-5674-49E1-8090-EA75E41A3413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9270A5-8C89-4E3F-A0FF-277813F19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870CCA-E156-441B-B7D7-92F22CE71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7593-9454-4F07-9169-812E2317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764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94F6C-B668-4662-B562-582533EA2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213C8E7-961A-425F-A1C4-6A915B398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EC2A31-ED77-4F01-8A89-0FD13F69E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5C3FDA-84D4-46F1-A500-9B8F09B64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90A8-5674-49E1-8090-EA75E41A3413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91AD49-C8E3-4486-884F-3212396BC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1707C1-05FE-42E6-A08F-9E8C22B97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7593-9454-4F07-9169-812E2317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392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AA0EC-A3B4-4BCC-A044-5DEE026FA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FDDF14-6F97-4C51-8CE2-61124086F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FE2F46-08A8-4329-AD65-F787A1A69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90A8-5674-49E1-8090-EA75E41A3413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6446DC-C7A3-4897-9C4F-63CE02F2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792217-42D6-422D-8774-5749810AB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7593-9454-4F07-9169-812E2317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034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CE287E4-98CD-4C13-BF8E-25F95CE4A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EB4DF6-8713-4350-8A57-F341990FF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10380A-8437-43F6-97B7-4FFFD390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90A8-5674-49E1-8090-EA75E41A3413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9231C-6ADE-4DEB-AD8B-F63CC3E9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AFFF4F-B25A-4EC3-A93F-EEBBDF384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7593-9454-4F07-9169-812E2317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114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11FBE8F-FA02-485F-8082-69C1FD5A4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5B8BC8-6081-411C-9DFA-4E1292E52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E18051-225A-46F4-89B8-49ED2E9453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490A8-5674-49E1-8090-EA75E41A3413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2DD359-95E8-4AF2-97A6-D08593B47D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DE0699-BECA-4F85-A1A1-98508122D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C7593-9454-4F07-9169-812E23177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152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E3E383F-7262-471D-A11A-E418C8FC0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53134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1FFAF85-B91B-49CF-ACDA-23C57D6D9CE0}"/>
              </a:ext>
            </a:extLst>
          </p:cNvPr>
          <p:cNvSpPr/>
          <p:nvPr/>
        </p:nvSpPr>
        <p:spPr>
          <a:xfrm>
            <a:off x="0" y="0"/>
            <a:ext cx="4453134" cy="25002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45D708-4788-425C-BE44-7D0AB77E3D84}"/>
              </a:ext>
            </a:extLst>
          </p:cNvPr>
          <p:cNvSpPr txBox="1"/>
          <p:nvPr/>
        </p:nvSpPr>
        <p:spPr>
          <a:xfrm>
            <a:off x="4834170" y="1065440"/>
            <a:ext cx="4517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배너 이미지의 경우 하나의 이미지로 구성</a:t>
            </a:r>
          </a:p>
        </p:txBody>
      </p:sp>
    </p:spTree>
    <p:extLst>
      <p:ext uri="{BB962C8B-B14F-4D97-AF65-F5344CB8AC3E}">
        <p14:creationId xmlns:p14="http://schemas.microsoft.com/office/powerpoint/2010/main" val="2503382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E3E383F-7262-471D-A11A-E418C8FC0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53134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1FFAF85-B91B-49CF-ACDA-23C57D6D9CE0}"/>
              </a:ext>
            </a:extLst>
          </p:cNvPr>
          <p:cNvSpPr/>
          <p:nvPr/>
        </p:nvSpPr>
        <p:spPr>
          <a:xfrm>
            <a:off x="716173" y="2189104"/>
            <a:ext cx="223805" cy="2151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45D708-4788-425C-BE44-7D0AB77E3D84}"/>
              </a:ext>
            </a:extLst>
          </p:cNvPr>
          <p:cNvSpPr txBox="1"/>
          <p:nvPr/>
        </p:nvSpPr>
        <p:spPr>
          <a:xfrm>
            <a:off x="4834170" y="1065440"/>
            <a:ext cx="2738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아이콘의 경우 </a:t>
            </a:r>
            <a:r>
              <a:rPr lang="ko-KR" altLang="en-US" b="1"/>
              <a:t>모두 분리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441F3D0-0213-4FD1-8818-7346E6A60174}"/>
              </a:ext>
            </a:extLst>
          </p:cNvPr>
          <p:cNvSpPr/>
          <p:nvPr/>
        </p:nvSpPr>
        <p:spPr>
          <a:xfrm>
            <a:off x="1451528" y="2189104"/>
            <a:ext cx="223805" cy="2151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FF30009-F954-413E-9598-F5DDFE69B813}"/>
              </a:ext>
            </a:extLst>
          </p:cNvPr>
          <p:cNvSpPr/>
          <p:nvPr/>
        </p:nvSpPr>
        <p:spPr>
          <a:xfrm>
            <a:off x="2289196" y="2189104"/>
            <a:ext cx="223805" cy="2151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504C281-C398-4424-ADE5-B5E311A0AE80}"/>
              </a:ext>
            </a:extLst>
          </p:cNvPr>
          <p:cNvSpPr/>
          <p:nvPr/>
        </p:nvSpPr>
        <p:spPr>
          <a:xfrm>
            <a:off x="3059719" y="2189104"/>
            <a:ext cx="223805" cy="2151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E4F696B-A27B-4E34-A377-D8EA5BFC3402}"/>
              </a:ext>
            </a:extLst>
          </p:cNvPr>
          <p:cNvSpPr/>
          <p:nvPr/>
        </p:nvSpPr>
        <p:spPr>
          <a:xfrm>
            <a:off x="1010315" y="2898882"/>
            <a:ext cx="303606" cy="291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1829F1-B719-48C5-B621-67655E3E63E7}"/>
              </a:ext>
            </a:extLst>
          </p:cNvPr>
          <p:cNvSpPr/>
          <p:nvPr/>
        </p:nvSpPr>
        <p:spPr>
          <a:xfrm>
            <a:off x="2074764" y="2898882"/>
            <a:ext cx="303606" cy="291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073342-1C43-419B-9C09-875D67BD6FD9}"/>
              </a:ext>
            </a:extLst>
          </p:cNvPr>
          <p:cNvSpPr/>
          <p:nvPr/>
        </p:nvSpPr>
        <p:spPr>
          <a:xfrm>
            <a:off x="3112146" y="2898881"/>
            <a:ext cx="303606" cy="291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400F7D6-85CA-4248-A04C-01EF9C9A3B95}"/>
              </a:ext>
            </a:extLst>
          </p:cNvPr>
          <p:cNvSpPr/>
          <p:nvPr/>
        </p:nvSpPr>
        <p:spPr>
          <a:xfrm>
            <a:off x="1451528" y="4094635"/>
            <a:ext cx="690598" cy="4453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E8DC287-5E75-426D-8537-64219BAA46C2}"/>
              </a:ext>
            </a:extLst>
          </p:cNvPr>
          <p:cNvSpPr/>
          <p:nvPr/>
        </p:nvSpPr>
        <p:spPr>
          <a:xfrm>
            <a:off x="2938225" y="4094635"/>
            <a:ext cx="690598" cy="4453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97C8BD1-3244-4957-AD88-8E6FD3037F2A}"/>
              </a:ext>
            </a:extLst>
          </p:cNvPr>
          <p:cNvSpPr/>
          <p:nvPr/>
        </p:nvSpPr>
        <p:spPr>
          <a:xfrm>
            <a:off x="1746809" y="5136923"/>
            <a:ext cx="280214" cy="2919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383F90D-0AA4-4A51-AF96-589961924297}"/>
              </a:ext>
            </a:extLst>
          </p:cNvPr>
          <p:cNvSpPr/>
          <p:nvPr/>
        </p:nvSpPr>
        <p:spPr>
          <a:xfrm>
            <a:off x="2779505" y="5136923"/>
            <a:ext cx="280214" cy="2919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CB09B0F-D1AB-4477-9B03-34259B00ABF2}"/>
              </a:ext>
            </a:extLst>
          </p:cNvPr>
          <p:cNvSpPr/>
          <p:nvPr/>
        </p:nvSpPr>
        <p:spPr>
          <a:xfrm>
            <a:off x="2779505" y="5565837"/>
            <a:ext cx="849318" cy="8797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EA33E37-6EB7-4DAB-9DE2-CAB7E911C6A0}"/>
              </a:ext>
            </a:extLst>
          </p:cNvPr>
          <p:cNvSpPr/>
          <p:nvPr/>
        </p:nvSpPr>
        <p:spPr>
          <a:xfrm>
            <a:off x="733298" y="5136923"/>
            <a:ext cx="280214" cy="2919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026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</Words>
  <Application>Microsoft Office PowerPoint</Application>
  <PresentationFormat>와이드스크린</PresentationFormat>
  <Paragraphs>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Code7</dc:creator>
  <cp:lastModifiedBy>Code7</cp:lastModifiedBy>
  <cp:revision>7</cp:revision>
  <dcterms:created xsi:type="dcterms:W3CDTF">2026-05-15T02:38:46Z</dcterms:created>
  <dcterms:modified xsi:type="dcterms:W3CDTF">2026-05-15T02:44:06Z</dcterms:modified>
</cp:coreProperties>
</file>